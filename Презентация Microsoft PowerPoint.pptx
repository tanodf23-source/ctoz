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CA72AC80-F13E-4933-AD99-D9E92C6EDBE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EA18C74E-F7A9-48BA-A2A5-D5296B72CF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2879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AC80-F13E-4933-AD99-D9E92C6EDBE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8C74E-F7A9-48BA-A2A5-D5296B72CF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183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AC80-F13E-4933-AD99-D9E92C6EDBE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8C74E-F7A9-48BA-A2A5-D5296B72CF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4204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AC80-F13E-4933-AD99-D9E92C6EDBE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8C74E-F7A9-48BA-A2A5-D5296B72CF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4333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AC80-F13E-4933-AD99-D9E92C6EDBE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8C74E-F7A9-48BA-A2A5-D5296B72CF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9074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AC80-F13E-4933-AD99-D9E92C6EDBE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8C74E-F7A9-48BA-A2A5-D5296B72CF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1126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AC80-F13E-4933-AD99-D9E92C6EDBE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8C74E-F7A9-48BA-A2A5-D5296B72CF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1141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AC80-F13E-4933-AD99-D9E92C6EDBE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8C74E-F7A9-48BA-A2A5-D5296B72CF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325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AC80-F13E-4933-AD99-D9E92C6EDBE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8C74E-F7A9-48BA-A2A5-D5296B72CF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8701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AC80-F13E-4933-AD99-D9E92C6EDBE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8C74E-F7A9-48BA-A2A5-D5296B72CF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9674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AC80-F13E-4933-AD99-D9E92C6EDBE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8C74E-F7A9-48BA-A2A5-D5296B72CF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5749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AC80-F13E-4933-AD99-D9E92C6EDBE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8C74E-F7A9-48BA-A2A5-D5296B72CF49}" type="slidenum">
              <a:rPr lang="ru-RU" smtClean="0"/>
              <a:t>‹#›</a:t>
            </a:fld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540877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AC80-F13E-4933-AD99-D9E92C6EDBE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8C74E-F7A9-48BA-A2A5-D5296B72CF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21980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AC80-F13E-4933-AD99-D9E92C6EDBE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8C74E-F7A9-48BA-A2A5-D5296B72CF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41329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AC80-F13E-4933-AD99-D9E92C6EDBE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8C74E-F7A9-48BA-A2A5-D5296B72CF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57560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AC80-F13E-4933-AD99-D9E92C6EDBE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8C74E-F7A9-48BA-A2A5-D5296B72CF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38508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AC80-F13E-4933-AD99-D9E92C6EDBE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8C74E-F7A9-48BA-A2A5-D5296B72CF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6724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72AC80-F13E-4933-AD99-D9E92C6EDBE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18C74E-F7A9-48BA-A2A5-D5296B72CF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07975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F7447E-7402-4D31-A725-31986CBB36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4525" y="1446995"/>
            <a:ext cx="9353107" cy="2268559"/>
          </a:xfrm>
        </p:spPr>
        <p:txBody>
          <a:bodyPr>
            <a:normAutofit fontScale="90000"/>
          </a:bodyPr>
          <a:lstStyle/>
          <a:p>
            <a:br>
              <a:rPr lang="ru-RU" b="1" dirty="0"/>
            </a:br>
            <a:r>
              <a:rPr lang="ru-RU" sz="4900" b="1" dirty="0"/>
              <a:t>«Генератор сценариев и раскадровок для коротких видео»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5EAB514-781C-4E8D-BE47-D097CEBAD1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24974" y="5411005"/>
            <a:ext cx="5357600" cy="1160213"/>
          </a:xfrm>
        </p:spPr>
        <p:txBody>
          <a:bodyPr>
            <a:normAutofit fontScale="85000" lnSpcReduction="20000"/>
          </a:bodyPr>
          <a:lstStyle/>
          <a:p>
            <a:pPr algn="r"/>
            <a:endParaRPr lang="ru-RU" dirty="0"/>
          </a:p>
          <a:p>
            <a:pPr algn="r"/>
            <a:r>
              <a:rPr lang="ru-RU" dirty="0"/>
              <a:t>Команда РГЭУ РИНХ - СТО</a:t>
            </a:r>
            <a:r>
              <a:rPr lang="en-US" dirty="0"/>
              <a:t>Z</a:t>
            </a:r>
            <a:r>
              <a:rPr lang="ru-RU" dirty="0"/>
              <a:t> Прогноз</a:t>
            </a:r>
          </a:p>
          <a:p>
            <a:pPr algn="r"/>
            <a:r>
              <a:rPr lang="ru-RU" dirty="0"/>
              <a:t>Курович Мария Александровна</a:t>
            </a:r>
          </a:p>
        </p:txBody>
      </p:sp>
    </p:spTree>
    <p:extLst>
      <p:ext uri="{BB962C8B-B14F-4D97-AF65-F5344CB8AC3E}">
        <p14:creationId xmlns:p14="http://schemas.microsoft.com/office/powerpoint/2010/main" val="768963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B00087-9F3C-484F-A1F0-71BC126FF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Цель и идея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757E87-B226-44F7-A54B-28CAEF48D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Создать веб-сайт, который по заданной теме генерирует:</a:t>
            </a:r>
          </a:p>
          <a:p>
            <a:pPr marL="0" indent="0">
              <a:buNone/>
            </a:pPr>
            <a:r>
              <a:rPr lang="ru-RU" dirty="0"/>
              <a:t>1) короткий сценарий для </a:t>
            </a:r>
            <a:r>
              <a:rPr lang="ru-RU" dirty="0" err="1"/>
              <a:t>Reels</a:t>
            </a:r>
            <a:r>
              <a:rPr lang="ru-RU" dirty="0"/>
              <a:t>;</a:t>
            </a:r>
            <a:br>
              <a:rPr lang="ru-RU" dirty="0"/>
            </a:br>
            <a:r>
              <a:rPr lang="ru-RU" dirty="0"/>
              <a:t>2) раскадровку из 5 кадров с визуальными подсказками;</a:t>
            </a:r>
            <a:br>
              <a:rPr lang="ru-RU" dirty="0"/>
            </a:br>
            <a:r>
              <a:rPr lang="ru-RU" dirty="0"/>
              <a:t>3) набор изображений для визуализации сцен.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4350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58403E-401A-413A-B4CC-23C3864E6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99418"/>
            <a:ext cx="9905998" cy="1478570"/>
          </a:xfrm>
        </p:spPr>
        <p:txBody>
          <a:bodyPr/>
          <a:lstStyle/>
          <a:p>
            <a:pPr algn="ctr"/>
            <a:r>
              <a:rPr lang="ru-RU" b="1" dirty="0"/>
              <a:t>Архитектура решения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B794BC-DC45-439C-946E-60047D520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28750"/>
            <a:ext cx="9905999" cy="5688012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sz="4400" b="1" dirty="0"/>
              <a:t>Основные компоненты:</a:t>
            </a:r>
            <a:endParaRPr lang="ru-RU" sz="4400" dirty="0"/>
          </a:p>
          <a:p>
            <a:pPr marL="0" indent="0">
              <a:buNone/>
            </a:pPr>
            <a:r>
              <a:rPr lang="af-ZA" sz="4400" b="1" dirty="0"/>
              <a:t>FastAPI</a:t>
            </a:r>
            <a:r>
              <a:rPr lang="af-ZA" sz="4400" dirty="0"/>
              <a:t> </a:t>
            </a:r>
            <a:r>
              <a:rPr lang="ru-RU" sz="4400" dirty="0"/>
              <a:t>-</a:t>
            </a:r>
            <a:r>
              <a:rPr lang="af-ZA" sz="4400" dirty="0"/>
              <a:t> </a:t>
            </a:r>
            <a:r>
              <a:rPr lang="ru-RU" sz="4400" dirty="0"/>
              <a:t>веб-сервер и интерфейс для пользователя.</a:t>
            </a:r>
          </a:p>
          <a:p>
            <a:pPr marL="0" indent="0">
              <a:buNone/>
            </a:pPr>
            <a:r>
              <a:rPr lang="af-ZA" sz="4400" b="1" dirty="0"/>
              <a:t>OpenAI API (Gemini 2.5 Flash)</a:t>
            </a:r>
            <a:r>
              <a:rPr lang="af-ZA" sz="4400" dirty="0"/>
              <a:t> </a:t>
            </a:r>
            <a:r>
              <a:rPr lang="ru-RU" sz="4400" dirty="0"/>
              <a:t>-</a:t>
            </a:r>
            <a:r>
              <a:rPr lang="af-ZA" sz="4400" dirty="0"/>
              <a:t> </a:t>
            </a:r>
            <a:r>
              <a:rPr lang="ru-RU" sz="4400" dirty="0"/>
              <a:t>генерация текста (сценарий и описание кадров).</a:t>
            </a:r>
          </a:p>
          <a:p>
            <a:pPr marL="0" indent="0">
              <a:buNone/>
            </a:pPr>
            <a:r>
              <a:rPr lang="af-ZA" sz="4400" b="1" dirty="0"/>
              <a:t>Pollinations API</a:t>
            </a:r>
            <a:r>
              <a:rPr lang="af-ZA" sz="4400" dirty="0"/>
              <a:t> </a:t>
            </a:r>
            <a:r>
              <a:rPr lang="ru-RU" sz="4400" dirty="0"/>
              <a:t>-</a:t>
            </a:r>
            <a:r>
              <a:rPr lang="af-ZA" sz="4400" dirty="0"/>
              <a:t> </a:t>
            </a:r>
            <a:r>
              <a:rPr lang="ru-RU" sz="4400" dirty="0"/>
              <a:t>генерация изображений по текстовым описаниям.</a:t>
            </a:r>
          </a:p>
          <a:p>
            <a:pPr marL="0" indent="0">
              <a:buNone/>
            </a:pPr>
            <a:r>
              <a:rPr lang="af-ZA" sz="4400" b="1" dirty="0"/>
              <a:t>Jinja2</a:t>
            </a:r>
            <a:r>
              <a:rPr lang="af-ZA" sz="4400" dirty="0"/>
              <a:t> </a:t>
            </a:r>
            <a:r>
              <a:rPr lang="ru-RU" sz="4400" dirty="0"/>
              <a:t>-</a:t>
            </a:r>
            <a:r>
              <a:rPr lang="af-ZA" sz="4400" dirty="0"/>
              <a:t> </a:t>
            </a:r>
            <a:r>
              <a:rPr lang="ru-RU" sz="4400" dirty="0"/>
              <a:t>шаблонизация и </a:t>
            </a:r>
            <a:r>
              <a:rPr lang="af-ZA" sz="4400" dirty="0"/>
              <a:t>HTML-</a:t>
            </a:r>
            <a:r>
              <a:rPr lang="ru-RU" sz="4400" dirty="0"/>
              <a:t>интерфейс.</a:t>
            </a:r>
          </a:p>
          <a:p>
            <a:pPr marL="0" indent="0">
              <a:buNone/>
            </a:pPr>
            <a:r>
              <a:rPr lang="af-ZA" sz="4400" b="1" dirty="0"/>
              <a:t>HTTPX</a:t>
            </a:r>
            <a:r>
              <a:rPr lang="af-ZA" sz="4400" dirty="0"/>
              <a:t> </a:t>
            </a:r>
            <a:r>
              <a:rPr lang="ru-RU" sz="4400" dirty="0"/>
              <a:t>-</a:t>
            </a:r>
            <a:r>
              <a:rPr lang="af-ZA" sz="4400" dirty="0"/>
              <a:t> </a:t>
            </a:r>
            <a:r>
              <a:rPr lang="ru-RU" sz="4400" dirty="0"/>
              <a:t>асинхронные запросы к </a:t>
            </a:r>
            <a:r>
              <a:rPr lang="af-ZA" sz="4400" dirty="0"/>
              <a:t>API.</a:t>
            </a:r>
          </a:p>
          <a:p>
            <a:pPr marL="0" indent="0">
              <a:buNone/>
            </a:pPr>
            <a:r>
              <a:rPr lang="af-ZA" sz="4400" b="1" dirty="0"/>
              <a:t>HuggingFace Hub</a:t>
            </a:r>
            <a:r>
              <a:rPr lang="af-ZA" sz="4400" dirty="0"/>
              <a:t> </a:t>
            </a:r>
            <a:r>
              <a:rPr lang="ru-RU" sz="4400" dirty="0"/>
              <a:t>-</a:t>
            </a:r>
            <a:r>
              <a:rPr lang="af-ZA" sz="4400" dirty="0"/>
              <a:t> </a:t>
            </a:r>
            <a:r>
              <a:rPr lang="ru-RU" sz="4400" dirty="0"/>
              <a:t>дополнительный канал для генерации (резерв).</a:t>
            </a:r>
          </a:p>
          <a:p>
            <a:pPr marL="0" indent="0">
              <a:buNone/>
            </a:pPr>
            <a:r>
              <a:rPr lang="ru-RU" sz="4400" b="1" dirty="0"/>
              <a:t>Архитектура:</a:t>
            </a:r>
            <a:br>
              <a:rPr lang="ru-RU" sz="4400" dirty="0"/>
            </a:br>
            <a:r>
              <a:rPr lang="ru-RU" sz="4400" dirty="0"/>
              <a:t>Пользователь → </a:t>
            </a:r>
            <a:r>
              <a:rPr lang="af-ZA" sz="4400" dirty="0"/>
              <a:t>FastAPI → OpenAI → Pollinations → HTML-</a:t>
            </a:r>
            <a:r>
              <a:rPr lang="ru-RU" sz="4400" dirty="0"/>
              <a:t>ответ с результатом.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9045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9BDA26-8268-4BA1-96BD-49E35806E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7993"/>
            <a:ext cx="9905998" cy="1478570"/>
          </a:xfrm>
        </p:spPr>
        <p:txBody>
          <a:bodyPr/>
          <a:lstStyle/>
          <a:p>
            <a:pPr algn="ctr"/>
            <a:r>
              <a:rPr lang="ru-RU" b="1" dirty="0"/>
              <a:t>Принцип взаимодействия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B10E883-EA1E-477D-BE7A-7258473176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3425" y="1914277"/>
            <a:ext cx="101145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Этап 1.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Тема в окне от пользователя.</a:t>
            </a:r>
            <a:b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Этап 2.</a:t>
            </a:r>
            <a:b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Запрос →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OpenAI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Модель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gemini-2.5-flash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генерация сценария.</a:t>
            </a:r>
            <a:b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Этап 3.</a:t>
            </a:r>
            <a:b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Сценарий → Модель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gemini-2.5-flash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генерация раскадровки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(5 коротких описаний сцен).</a:t>
            </a:r>
            <a:b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Этап 4.</a:t>
            </a:r>
            <a:b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Каждый кадр →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Pollinations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визуальная генерация изображений.</a:t>
            </a:r>
            <a:b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Этап 5.</a:t>
            </a:r>
            <a:b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Результат (сценарий + раскадровка + картинки) показывается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 веб-интерфейсе. </a:t>
            </a:r>
          </a:p>
        </p:txBody>
      </p:sp>
    </p:spTree>
    <p:extLst>
      <p:ext uri="{BB962C8B-B14F-4D97-AF65-F5344CB8AC3E}">
        <p14:creationId xmlns:p14="http://schemas.microsoft.com/office/powerpoint/2010/main" val="1582658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99A641-9801-4E0F-8285-CAC1ED4DD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/>
          <a:lstStyle/>
          <a:p>
            <a:pPr algn="ctr"/>
            <a:r>
              <a:rPr lang="ru-RU" b="1" dirty="0"/>
              <a:t>Используемые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33787A-F739-4EDA-BA02-A760D808B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7825" y="1213916"/>
            <a:ext cx="10544175" cy="556788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sz="4300" b="1" dirty="0"/>
              <a:t>1. </a:t>
            </a:r>
            <a:r>
              <a:rPr lang="ru-RU" sz="4300" b="1" dirty="0" err="1"/>
              <a:t>Gemini</a:t>
            </a:r>
            <a:r>
              <a:rPr lang="ru-RU" sz="4300" b="1" dirty="0"/>
              <a:t> 2.5 Flash (через </a:t>
            </a:r>
            <a:r>
              <a:rPr lang="ru-RU" sz="4300" b="1" dirty="0" err="1"/>
              <a:t>OpenAI</a:t>
            </a:r>
            <a:r>
              <a:rPr lang="ru-RU" sz="4300" b="1" dirty="0"/>
              <a:t> API):</a:t>
            </a:r>
            <a:endParaRPr lang="ru-RU" sz="4300" dirty="0"/>
          </a:p>
          <a:p>
            <a:pPr marL="0" indent="0">
              <a:buNone/>
            </a:pPr>
            <a:r>
              <a:rPr lang="ru-RU" sz="4300" dirty="0"/>
              <a:t>Тип: LLM (</a:t>
            </a:r>
            <a:r>
              <a:rPr lang="ru-RU" sz="4300" dirty="0" err="1"/>
              <a:t>Large</a:t>
            </a:r>
            <a:r>
              <a:rPr lang="ru-RU" sz="4300" dirty="0"/>
              <a:t> Language Model).</a:t>
            </a:r>
          </a:p>
          <a:p>
            <a:pPr marL="0" indent="0">
              <a:buNone/>
            </a:pPr>
            <a:r>
              <a:rPr lang="ru-RU" sz="4300" dirty="0"/>
              <a:t>Задачи:</a:t>
            </a:r>
          </a:p>
          <a:p>
            <a:pPr marL="457200" lvl="1" indent="0">
              <a:buNone/>
            </a:pPr>
            <a:r>
              <a:rPr lang="ru-RU" sz="4300" dirty="0"/>
              <a:t>- написание сценария </a:t>
            </a:r>
            <a:r>
              <a:rPr lang="ru-RU" sz="4300" dirty="0" err="1"/>
              <a:t>Reels</a:t>
            </a:r>
            <a:r>
              <a:rPr lang="ru-RU" sz="4300" dirty="0"/>
              <a:t>.</a:t>
            </a:r>
          </a:p>
          <a:p>
            <a:pPr marL="457200" lvl="1" indent="0">
              <a:buNone/>
            </a:pPr>
            <a:r>
              <a:rPr lang="ru-RU" sz="4300" dirty="0"/>
              <a:t>- создание раскадровки (описаний кадров).</a:t>
            </a:r>
          </a:p>
          <a:p>
            <a:pPr marL="0" indent="0">
              <a:buNone/>
            </a:pPr>
            <a:r>
              <a:rPr lang="ru-RU" sz="4300" dirty="0"/>
              <a:t>Вход: текстовая тема пользователя.</a:t>
            </a:r>
          </a:p>
          <a:p>
            <a:pPr marL="0" indent="0">
              <a:buNone/>
            </a:pPr>
            <a:r>
              <a:rPr lang="ru-RU" sz="4300" dirty="0"/>
              <a:t>Выход: структурированный текст (сценарий и 5 сцен).</a:t>
            </a:r>
          </a:p>
          <a:p>
            <a:pPr marL="0" indent="0">
              <a:buNone/>
            </a:pPr>
            <a:r>
              <a:rPr lang="ru-RU" sz="4300" b="1" dirty="0"/>
              <a:t>2. </a:t>
            </a:r>
            <a:r>
              <a:rPr lang="ru-RU" sz="4300" b="1" dirty="0" err="1"/>
              <a:t>Pollinations</a:t>
            </a:r>
            <a:r>
              <a:rPr lang="ru-RU" sz="4300" b="1" dirty="0"/>
              <a:t> AI:</a:t>
            </a:r>
            <a:endParaRPr lang="ru-RU" sz="4300" dirty="0"/>
          </a:p>
          <a:p>
            <a:pPr marL="0" indent="0">
              <a:buNone/>
            </a:pPr>
            <a:r>
              <a:rPr lang="ru-RU" sz="4300" dirty="0"/>
              <a:t>Тип: генеративная визуальная модель (</a:t>
            </a:r>
            <a:r>
              <a:rPr lang="ru-RU" sz="4300" dirty="0" err="1"/>
              <a:t>text-to-image</a:t>
            </a:r>
            <a:r>
              <a:rPr lang="ru-RU" sz="4300" dirty="0"/>
              <a:t>).</a:t>
            </a:r>
          </a:p>
          <a:p>
            <a:pPr marL="0" indent="0">
              <a:buNone/>
            </a:pPr>
            <a:r>
              <a:rPr lang="ru-RU" sz="4300" dirty="0"/>
              <a:t>Вход: короткие описания сцен (</a:t>
            </a:r>
            <a:r>
              <a:rPr lang="ru-RU" sz="4300" dirty="0" err="1"/>
              <a:t>промпты</a:t>
            </a:r>
            <a:r>
              <a:rPr lang="ru-RU" sz="4300" dirty="0"/>
              <a:t>).</a:t>
            </a:r>
          </a:p>
          <a:p>
            <a:pPr marL="0" indent="0">
              <a:buNone/>
            </a:pPr>
            <a:r>
              <a:rPr lang="ru-RU" sz="4300" dirty="0"/>
              <a:t>Выход: изображения в PNG.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9375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ED4095-77F2-4CDE-B77B-E00A0C15B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Техническая реализация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58B45D-4CC0-4EB8-B25F-B8E3CD10F4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54635"/>
            <a:ext cx="946348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Язык: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3.12</a:t>
            </a:r>
            <a:b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Библиотеки: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Uvicorn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OpenAI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HTTPX,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Markdown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Jinja2</a:t>
            </a:r>
            <a:b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Асинхронная структура: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generate_script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текстовый сценарий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generate_image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раскадровка и генерация 5 изображений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gen_image_poll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обращение к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Pollinations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API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Хранение файлов: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HTML-шаблоны →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templates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Изображения →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static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images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859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14A313-FF91-40E7-9C35-9CFBFB41D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4" y="294668"/>
            <a:ext cx="9905998" cy="1478570"/>
          </a:xfrm>
        </p:spPr>
        <p:txBody>
          <a:bodyPr/>
          <a:lstStyle/>
          <a:p>
            <a:pPr algn="ctr"/>
            <a:r>
              <a:rPr lang="ru-RU" b="1" dirty="0"/>
              <a:t>Пользовательский интерфейс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A285F3-A38F-483B-8AFE-FFB9EE85D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773238"/>
            <a:ext cx="9905999" cy="49228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sz="3400" b="1" dirty="0"/>
              <a:t>Интерфейс:</a:t>
            </a:r>
            <a:endParaRPr lang="ru-RU" sz="3400" dirty="0"/>
          </a:p>
          <a:p>
            <a:pPr marL="0" indent="0">
              <a:buNone/>
            </a:pPr>
            <a:r>
              <a:rPr lang="ru-RU" sz="3400" dirty="0"/>
              <a:t>Поле ввода темы.</a:t>
            </a:r>
          </a:p>
          <a:p>
            <a:pPr marL="0" indent="0">
              <a:buNone/>
            </a:pPr>
            <a:r>
              <a:rPr lang="ru-RU" sz="3400" dirty="0"/>
              <a:t>Кнопка «Сгенерировать».</a:t>
            </a:r>
          </a:p>
          <a:p>
            <a:pPr marL="0" indent="0">
              <a:buNone/>
            </a:pPr>
            <a:r>
              <a:rPr lang="ru-RU" sz="3400" dirty="0"/>
              <a:t>После генерации:</a:t>
            </a:r>
          </a:p>
          <a:p>
            <a:pPr marL="457200" lvl="1" indent="0">
              <a:buNone/>
            </a:pPr>
            <a:r>
              <a:rPr lang="ru-RU" sz="3400" dirty="0"/>
              <a:t>Текст сценария (HTML-блок).</a:t>
            </a:r>
          </a:p>
          <a:p>
            <a:pPr marL="457200" lvl="1" indent="0">
              <a:buNone/>
            </a:pPr>
            <a:r>
              <a:rPr lang="ru-RU" sz="3400" dirty="0"/>
              <a:t>Раскадровка (5 текстовых описаний).</a:t>
            </a:r>
          </a:p>
          <a:p>
            <a:pPr marL="457200" lvl="1" indent="0">
              <a:buNone/>
            </a:pPr>
            <a:r>
              <a:rPr lang="ru-RU" sz="3400" dirty="0"/>
              <a:t>Галерея из 5 изображений.</a:t>
            </a:r>
          </a:p>
          <a:p>
            <a:pPr marL="0" indent="0">
              <a:buNone/>
            </a:pPr>
            <a:r>
              <a:rPr lang="ru-RU" sz="3400" b="1" dirty="0"/>
              <a:t>Реализовано с помощью:</a:t>
            </a:r>
            <a:br>
              <a:rPr lang="ru-RU" sz="3400" dirty="0"/>
            </a:br>
            <a:r>
              <a:rPr lang="ru-RU" sz="3400" dirty="0"/>
              <a:t>HTML + CSS + Jinja2-шаблон.</a:t>
            </a:r>
            <a:br>
              <a:rPr lang="ru-RU" sz="3400" dirty="0"/>
            </a:br>
            <a:r>
              <a:rPr lang="ru-RU" sz="3400" dirty="0"/>
              <a:t>Современный, минималистичный дизайн с </a:t>
            </a:r>
            <a:r>
              <a:rPr lang="ru-RU" sz="3400" dirty="0" err="1"/>
              <a:t>автообновлением</a:t>
            </a:r>
            <a:r>
              <a:rPr lang="ru-RU" sz="3400" dirty="0"/>
              <a:t> через </a:t>
            </a:r>
            <a:r>
              <a:rPr lang="ru-RU" sz="3400" dirty="0" err="1"/>
              <a:t>FastAPI</a:t>
            </a:r>
            <a:r>
              <a:rPr lang="ru-RU" sz="3400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0969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20ECF7-8265-4B3F-8D6C-9BEE4751D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Внешний вид сайта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FEE07C2-94A4-444E-B729-481E89F65B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778" y="1933575"/>
            <a:ext cx="7617270" cy="4171950"/>
          </a:xfrm>
        </p:spPr>
      </p:pic>
    </p:spTree>
    <p:extLst>
      <p:ext uri="{BB962C8B-B14F-4D97-AF65-F5344CB8AC3E}">
        <p14:creationId xmlns:p14="http://schemas.microsoft.com/office/powerpoint/2010/main" val="1878693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5DDAB9-3255-4C81-9D94-2791296FD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Пример сгенерированного сценария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1A0945-D5F1-4900-B276-0F5826015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Мной была задана тема «Коты».</a:t>
            </a:r>
          </a:p>
          <a:p>
            <a:r>
              <a:rPr lang="ru-RU" dirty="0"/>
              <a:t>Ссылка для ознакомления: (дважды кликните по ярлыку) - 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AAA7C72E-688A-4774-B3C8-81F7CE26E9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6321519"/>
              </p:ext>
            </p:extLst>
          </p:nvPr>
        </p:nvGraphicFramePr>
        <p:xfrm>
          <a:off x="9190038" y="2782888"/>
          <a:ext cx="17430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Объект упаковщика для оболочки" showAsIcon="1" r:id="rId3" imgW="1743105" imgH="514350" progId="Package">
                  <p:embed/>
                </p:oleObj>
              </mc:Choice>
              <mc:Fallback>
                <p:oleObj name="Объект упаковщика для оболочки" showAsIcon="1" r:id="rId3" imgW="1743105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90038" y="2782888"/>
                        <a:ext cx="174307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34346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CCCC44-1DD8-4A8E-B04F-82F9E7047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4" y="256568"/>
            <a:ext cx="9905998" cy="1478570"/>
          </a:xfrm>
        </p:spPr>
        <p:txBody>
          <a:bodyPr/>
          <a:lstStyle/>
          <a:p>
            <a:pPr algn="ctr"/>
            <a:r>
              <a:rPr lang="ru-RU" b="1" dirty="0"/>
              <a:t>Вывод и перспективы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BE354C-7C3F-4EA3-925E-4F8A52095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963737"/>
            <a:ext cx="9905999" cy="44656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Автоматизация процесса создания идей и </a:t>
            </a:r>
            <a:r>
              <a:rPr lang="ru-RU" dirty="0" err="1"/>
              <a:t>визуалов</a:t>
            </a:r>
            <a:r>
              <a:rPr lang="ru-RU" dirty="0"/>
              <a:t> для </a:t>
            </a:r>
            <a:r>
              <a:rPr lang="ru-RU" dirty="0" err="1"/>
              <a:t>Reels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Интеграция текста и изображений в одном интерфейсе.</a:t>
            </a:r>
            <a:br>
              <a:rPr lang="ru-RU" dirty="0"/>
            </a:br>
            <a:r>
              <a:rPr lang="ru-RU" dirty="0"/>
              <a:t>Возможность использовать как креативный инструмент для маркетинга, блогеров и SMM-специалистов.</a:t>
            </a:r>
          </a:p>
          <a:p>
            <a:pPr marL="0" indent="0" algn="ctr">
              <a:buNone/>
            </a:pPr>
            <a:r>
              <a:rPr lang="ru-RU" b="1" dirty="0"/>
              <a:t>Дальнейшие улучшения: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Добавить озвучку и фоновые видео.</a:t>
            </a:r>
          </a:p>
          <a:p>
            <a:pPr marL="0" indent="0">
              <a:buNone/>
            </a:pPr>
            <a:r>
              <a:rPr lang="ru-RU" dirty="0"/>
              <a:t>Добавить сохранение проекта и экспорт в MP4.</a:t>
            </a:r>
          </a:p>
          <a:p>
            <a:pPr marL="0" indent="0">
              <a:buNone/>
            </a:pPr>
            <a:r>
              <a:rPr lang="ru-RU" dirty="0"/>
              <a:t>Интеграция с </a:t>
            </a:r>
            <a:r>
              <a:rPr lang="ru-RU" dirty="0" err="1"/>
              <a:t>HuggingFace</a:t>
            </a:r>
            <a:r>
              <a:rPr lang="ru-RU" dirty="0"/>
              <a:t> </a:t>
            </a:r>
            <a:r>
              <a:rPr lang="ru-RU" dirty="0" err="1"/>
              <a:t>Diffusers</a:t>
            </a:r>
            <a:r>
              <a:rPr lang="ru-RU" dirty="0"/>
              <a:t> / </a:t>
            </a:r>
            <a:r>
              <a:rPr lang="ru-RU" dirty="0" err="1"/>
              <a:t>Stability</a:t>
            </a:r>
            <a:r>
              <a:rPr lang="ru-RU" dirty="0"/>
              <a:t> AI для более детализированных кадров.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94574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Контур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Контур</Template>
  <TotalTime>55</TotalTime>
  <Words>495</Words>
  <Application>Microsoft Office PowerPoint</Application>
  <PresentationFormat>Широкоэкранный</PresentationFormat>
  <Paragraphs>60</Paragraphs>
  <Slides>10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Arial Unicode MS</vt:lpstr>
      <vt:lpstr>Tw Cen MT</vt:lpstr>
      <vt:lpstr>Контур</vt:lpstr>
      <vt:lpstr>Пакет</vt:lpstr>
      <vt:lpstr> «Генератор сценариев и раскадровок для коротких видео»</vt:lpstr>
      <vt:lpstr>Цель и идея проекта</vt:lpstr>
      <vt:lpstr>Архитектура решения</vt:lpstr>
      <vt:lpstr>Принцип взаимодействия</vt:lpstr>
      <vt:lpstr>Используемые модели</vt:lpstr>
      <vt:lpstr>Техническая реализация</vt:lpstr>
      <vt:lpstr>Пользовательский интерфейс</vt:lpstr>
      <vt:lpstr>Внешний вид сайта</vt:lpstr>
      <vt:lpstr>Пример сгенерированного сценария </vt:lpstr>
      <vt:lpstr>Вывод и перспективы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«Генератор сценариев и раскадровок для коротких видео»</dc:title>
  <dc:creator>Мария Курович</dc:creator>
  <cp:lastModifiedBy>Мария Курович</cp:lastModifiedBy>
  <cp:revision>20</cp:revision>
  <dcterms:created xsi:type="dcterms:W3CDTF">2025-11-13T17:15:06Z</dcterms:created>
  <dcterms:modified xsi:type="dcterms:W3CDTF">2025-11-13T18:21:34Z</dcterms:modified>
</cp:coreProperties>
</file>